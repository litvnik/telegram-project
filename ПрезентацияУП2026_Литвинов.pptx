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56038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4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391218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76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11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68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420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1703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201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95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9B4F835-FA52-41DE-AA89-7E1ADB588E63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3E9C13E-BF42-4566-89D5-C9ABED498E1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0361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593DD-0EE3-4E5D-8F5D-0DE3CCDEF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7312" y="1622957"/>
            <a:ext cx="9477375" cy="2850297"/>
          </a:xfrm>
        </p:spPr>
        <p:txBody>
          <a:bodyPr/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«Анализ и проектирование архитектуры мессенджера </a:t>
            </a:r>
            <a:r>
              <a:rPr lang="ru-R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ACD56-D59F-4073-90EC-781B77164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7351" y="4810125"/>
            <a:ext cx="5562600" cy="1203059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Литвинов Н.П., гр. ИС(ТП)-31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Черкашин Д.С.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9F5DE9BA-DD28-479C-834B-3BE090BA433E}"/>
              </a:ext>
            </a:extLst>
          </p:cNvPr>
          <p:cNvSpPr txBox="1">
            <a:spLocks/>
          </p:cNvSpPr>
          <p:nvPr/>
        </p:nvSpPr>
        <p:spPr>
          <a:xfrm>
            <a:off x="2679906" y="68131"/>
            <a:ext cx="6831673" cy="7766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ГБПОУ РХ «Хакасский политехнический колледж»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учебной практике ПМ.02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08757896-20FB-49D0-9AD9-220B5ED3BF6B}"/>
              </a:ext>
            </a:extLst>
          </p:cNvPr>
          <p:cNvSpPr txBox="1">
            <a:spLocks/>
          </p:cNvSpPr>
          <p:nvPr/>
        </p:nvSpPr>
        <p:spPr>
          <a:xfrm>
            <a:off x="2679905" y="6345105"/>
            <a:ext cx="6831673" cy="446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Абакан 2026</a:t>
            </a:r>
          </a:p>
        </p:txBody>
      </p:sp>
    </p:spTree>
    <p:extLst>
      <p:ext uri="{BB962C8B-B14F-4D97-AF65-F5344CB8AC3E}">
        <p14:creationId xmlns:p14="http://schemas.microsoft.com/office/powerpoint/2010/main" val="54453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8F1E62-AA7F-4B17-A13B-AA35750D7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Объект: Мессенджер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Предмет: Функциональная архитектура, процессы взаимодействия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 распределённые системы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архитектура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Протоколы реального времени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Криптографическая защита</a:t>
            </a:r>
          </a:p>
        </p:txBody>
      </p:sp>
      <p:pic>
        <p:nvPicPr>
          <p:cNvPr id="1026" name="Picture 2" descr="Иконка Телеграм в стиле iOS">
            <a:extLst>
              <a:ext uri="{FF2B5EF4-FFF2-40B4-BE49-F238E27FC236}">
                <a16:creationId xmlns:a16="http://schemas.microsoft.com/office/drawing/2014/main" id="{D65DE497-EB20-44E3-A5E1-283089E49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1" y="2933701"/>
            <a:ext cx="27813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04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аналогов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4985D5BE-78E2-4403-90F6-AFE0885A7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19934"/>
              </p:ext>
            </p:extLst>
          </p:nvPr>
        </p:nvGraphicFramePr>
        <p:xfrm>
          <a:off x="1371600" y="1638301"/>
          <a:ext cx="10134600" cy="453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2816230892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81735954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3650623402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1286523809"/>
                    </a:ext>
                  </a:extLst>
                </a:gridCol>
              </a:tblGrid>
              <a:tr h="90678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Telegram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WhatsApp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098089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Архитектура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Облачная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Клиент-сервер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E2E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33511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Хранение файлов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2 ГБ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100 МБ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100 МБ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406376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 API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Ограничено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14764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GPL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GPL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096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47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прецедентов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52CF36F6-730D-4DC8-A2F5-AF9FBFCFA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2046702"/>
              </p:ext>
            </p:extLst>
          </p:nvPr>
        </p:nvGraphicFramePr>
        <p:xfrm>
          <a:off x="1371600" y="1523999"/>
          <a:ext cx="10353675" cy="5095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541586957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834351629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268004587"/>
                    </a:ext>
                  </a:extLst>
                </a:gridCol>
              </a:tblGrid>
              <a:tr h="615553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Вариант использования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337417"/>
                  </a:ext>
                </a:extLst>
              </a:tr>
              <a:tr h="61555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UC-01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Регистрация/Авторизация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Вход по номеру телефона + SMS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916597"/>
                  </a:ext>
                </a:extLst>
              </a:tr>
              <a:tr h="61555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UC-02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Управление контактами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Добавление, удаление, поиск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640650"/>
                  </a:ext>
                </a:extLst>
              </a:tr>
              <a:tr h="61555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UC-03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чата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Личный/групповой диалог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5196"/>
                  </a:ext>
                </a:extLst>
              </a:tr>
              <a:tr h="61555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UC-04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Отправка сообщения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Текст/медиа + шифрование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462165"/>
                  </a:ext>
                </a:extLst>
              </a:tr>
              <a:tr h="61555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UC-05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Получение сообщения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Отображение входящих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414727"/>
                  </a:ext>
                </a:extLst>
              </a:tr>
              <a:tr h="61555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UC-06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Управление настройками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Профиль, приватность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934897"/>
                  </a:ext>
                </a:extLst>
              </a:tr>
              <a:tr h="61555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UC-07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 с медиа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Просмотр, скачивание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552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097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01250" cy="8382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 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1C9CA3-230A-4678-A3D8-26E99C46159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2500" y="1609725"/>
            <a:ext cx="42862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070782-B971-46A2-BDDD-1D26401FEB9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0675" y="1400491"/>
            <a:ext cx="6564630" cy="521938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367D98E-46C6-417D-AF48-28A03A002D54}"/>
              </a:ext>
            </a:extLst>
          </p:cNvPr>
          <p:cNvSpPr txBox="1">
            <a:spLocks/>
          </p:cNvSpPr>
          <p:nvPr/>
        </p:nvSpPr>
        <p:spPr>
          <a:xfrm>
            <a:off x="952500" y="5248275"/>
            <a:ext cx="4286250" cy="52387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06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01250" cy="8382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классов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684B83-5722-49CA-95F2-CF84255063C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1025" y="147637"/>
            <a:ext cx="4105275" cy="65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508996-9637-4CB2-9275-BFC494482EB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1737439"/>
            <a:ext cx="3811587" cy="4221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8C11F5-6207-4014-A2F3-57B700178FE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524000"/>
            <a:ext cx="7561263" cy="464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91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01250" cy="8382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деятельности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684B83-5722-49CA-95F2-CF84255063C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325" y="147637"/>
            <a:ext cx="4105275" cy="656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7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01250" cy="8382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потоков данных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0DF0CD-1550-43C8-A48E-64C9DDA6195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3650" y="1524000"/>
            <a:ext cx="7016750" cy="52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E20F0FB-430F-4940-9C54-E762B419BB09}"/>
              </a:ext>
            </a:extLst>
          </p:cNvPr>
          <p:cNvSpPr txBox="1">
            <a:spLocks/>
          </p:cNvSpPr>
          <p:nvPr/>
        </p:nvSpPr>
        <p:spPr>
          <a:xfrm>
            <a:off x="1371600" y="1524000"/>
            <a:ext cx="3086100" cy="2197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</a:t>
            </a:r>
          </a:p>
        </p:txBody>
      </p:sp>
    </p:spTree>
    <p:extLst>
      <p:ext uri="{BB962C8B-B14F-4D97-AF65-F5344CB8AC3E}">
        <p14:creationId xmlns:p14="http://schemas.microsoft.com/office/powerpoint/2010/main" val="36866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01250" cy="8382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потоков данных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0DF0CD-1550-43C8-A48E-64C9DDA619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62350" y="1659098"/>
            <a:ext cx="7810500" cy="4930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E20F0FB-430F-4940-9C54-E762B419BB09}"/>
              </a:ext>
            </a:extLst>
          </p:cNvPr>
          <p:cNvSpPr txBox="1">
            <a:spLocks/>
          </p:cNvSpPr>
          <p:nvPr/>
        </p:nvSpPr>
        <p:spPr>
          <a:xfrm>
            <a:off x="1371600" y="1524000"/>
            <a:ext cx="3086100" cy="2197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341536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01250" cy="8382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потоков данных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0DF0CD-1550-43C8-A48E-64C9DDA619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94100" y="1659098"/>
            <a:ext cx="7534830" cy="498300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E20F0FB-430F-4940-9C54-E762B419BB09}"/>
              </a:ext>
            </a:extLst>
          </p:cNvPr>
          <p:cNvSpPr txBox="1">
            <a:spLocks/>
          </p:cNvSpPr>
          <p:nvPr/>
        </p:nvSpPr>
        <p:spPr>
          <a:xfrm>
            <a:off x="1371600" y="1524000"/>
            <a:ext cx="3086100" cy="2197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130140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01250" cy="8382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E20F0FB-430F-4940-9C54-E762B419BB09}"/>
              </a:ext>
            </a:extLst>
          </p:cNvPr>
          <p:cNvSpPr txBox="1">
            <a:spLocks/>
          </p:cNvSpPr>
          <p:nvPr/>
        </p:nvSpPr>
        <p:spPr>
          <a:xfrm>
            <a:off x="1371600" y="1524000"/>
            <a:ext cx="6464300" cy="11811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 26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“Liquid Glass”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067147-E1F4-4F4D-98FC-097453D1E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844" y="0"/>
            <a:ext cx="3858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8F1E62-AA7F-4B17-A13B-AA35750D7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40640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Чек-лист: 75 пунктов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(10)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(10)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Чаты (15)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(16)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Медиа (9)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 (4)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(3)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(5)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(3)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DD432A5-9514-435B-98B1-79C3ACDB182D}"/>
              </a:ext>
            </a:extLst>
          </p:cNvPr>
          <p:cNvSpPr txBox="1">
            <a:spLocks/>
          </p:cNvSpPr>
          <p:nvPr/>
        </p:nvSpPr>
        <p:spPr>
          <a:xfrm>
            <a:off x="6337300" y="1536700"/>
            <a:ext cx="51689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пакеты (3 × 4 кейса):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 и сессии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Обмен сообщениями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медиа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качества: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Цикломатическая сложность: 4.2 (≤10) ✓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84% (≥80%) ✓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Индекс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поддерживаемости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78/100 (&gt;65) ✓</a:t>
            </a:r>
          </a:p>
        </p:txBody>
      </p:sp>
    </p:spTree>
    <p:extLst>
      <p:ext uri="{BB962C8B-B14F-4D97-AF65-F5344CB8AC3E}">
        <p14:creationId xmlns:p14="http://schemas.microsoft.com/office/powerpoint/2010/main" val="1666522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8F1E62-AA7F-4B17-A13B-AA35750D7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724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достигнута!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Решены задачи: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Анализ предметной области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ER-диаграмма (3НФ)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UML/DFD диаграммы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Прототип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-репозиторий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Чек-лист (75 пунктов) + 3 тест-пакета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Оценка метриками</a:t>
            </a:r>
          </a:p>
        </p:txBody>
      </p:sp>
    </p:spTree>
    <p:extLst>
      <p:ext uri="{BB962C8B-B14F-4D97-AF65-F5344CB8AC3E}">
        <p14:creationId xmlns:p14="http://schemas.microsoft.com/office/powerpoint/2010/main" val="1753164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AA960-FEB2-4280-8C5F-13862DB2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850" y="3009900"/>
            <a:ext cx="5702300" cy="8382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839701323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22</TotalTime>
  <Words>348</Words>
  <Application>Microsoft Office PowerPoint</Application>
  <PresentationFormat>Широкоэкранный</PresentationFormat>
  <Paragraphs>103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Franklin Gothic Book</vt:lpstr>
      <vt:lpstr>Times New Roman</vt:lpstr>
      <vt:lpstr>Уголки</vt:lpstr>
      <vt:lpstr> «Анализ и проектирование архитектуры мессенджера Telegram»</vt:lpstr>
      <vt:lpstr>Предметная область</vt:lpstr>
      <vt:lpstr>Сравнительный анализ аналогов</vt:lpstr>
      <vt:lpstr>Таблица прецедентов (Use Cases)</vt:lpstr>
      <vt:lpstr>Диаграммы Use Case и Последовательности</vt:lpstr>
      <vt:lpstr>Диаграммы классов, состояний</vt:lpstr>
      <vt:lpstr>Диаграммы деятельности</vt:lpstr>
      <vt:lpstr>Диаграммы потоков данных (DFD)</vt:lpstr>
      <vt:lpstr>Диаграммы потоков данных (DFD)</vt:lpstr>
      <vt:lpstr>Диаграммы потоков данных (DFD)</vt:lpstr>
      <vt:lpstr>Макет в Figma</vt:lpstr>
      <vt:lpstr>Тестирование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Никита Литвинов</dc:creator>
  <cp:lastModifiedBy>Никита Литвинов</cp:lastModifiedBy>
  <cp:revision>13</cp:revision>
  <dcterms:created xsi:type="dcterms:W3CDTF">2026-04-28T01:58:39Z</dcterms:created>
  <dcterms:modified xsi:type="dcterms:W3CDTF">2026-04-28T02:21:19Z</dcterms:modified>
</cp:coreProperties>
</file>